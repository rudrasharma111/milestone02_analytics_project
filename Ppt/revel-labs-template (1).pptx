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OpenSans-regular.fntdata"/><Relationship Id="rId12" Type="http://schemas.openxmlformats.org/officeDocument/2006/relationships/font" Target="fonts/Montserrat-boldItalic.fntdata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35b41f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35b41f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535b41f7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535b41f7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35b41f78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535b41f78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l Templat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2" name="Google Shape;3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5" name="Google Shape;3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7" name="Google Shape;4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22" Type="http://schemas.openxmlformats.org/officeDocument/2006/relationships/image" Target="../media/image15.png"/><Relationship Id="rId21" Type="http://schemas.openxmlformats.org/officeDocument/2006/relationships/image" Target="../media/image10.png"/><Relationship Id="rId24" Type="http://schemas.openxmlformats.org/officeDocument/2006/relationships/image" Target="../media/image18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hyperlink" Target="https://icons8.com/icons" TargetMode="External"/><Relationship Id="rId26" Type="http://schemas.openxmlformats.org/officeDocument/2006/relationships/image" Target="../media/image28.png"/><Relationship Id="rId25" Type="http://schemas.openxmlformats.org/officeDocument/2006/relationships/image" Target="../media/image20.png"/><Relationship Id="rId28" Type="http://schemas.openxmlformats.org/officeDocument/2006/relationships/image" Target="../media/image25.png"/><Relationship Id="rId27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29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11.png"/><Relationship Id="rId11" Type="http://schemas.openxmlformats.org/officeDocument/2006/relationships/image" Target="../media/image4.png"/><Relationship Id="rId10" Type="http://schemas.openxmlformats.org/officeDocument/2006/relationships/image" Target="../media/image7.png"/><Relationship Id="rId13" Type="http://schemas.openxmlformats.org/officeDocument/2006/relationships/image" Target="../media/image16.png"/><Relationship Id="rId12" Type="http://schemas.openxmlformats.org/officeDocument/2006/relationships/image" Target="../media/image13.png"/><Relationship Id="rId15" Type="http://schemas.openxmlformats.org/officeDocument/2006/relationships/image" Target="../media/image6.png"/><Relationship Id="rId14" Type="http://schemas.openxmlformats.org/officeDocument/2006/relationships/image" Target="../media/image19.png"/><Relationship Id="rId17" Type="http://schemas.openxmlformats.org/officeDocument/2006/relationships/image" Target="../media/image24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b="9298" l="34491" r="0" t="7982"/>
          <a:stretch/>
        </p:blipFill>
        <p:spPr>
          <a:xfrm>
            <a:off x="0" y="0"/>
            <a:ext cx="4073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5" y="2257650"/>
            <a:ext cx="3159300" cy="62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Ecommerce Analytics Project</a:t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120">
              <a:solidFill>
                <a:schemeClr val="lt1"/>
              </a:solidFill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975" y="1555875"/>
            <a:ext cx="4887674" cy="17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idx="4294967295" type="title"/>
          </p:nvPr>
        </p:nvSpPr>
        <p:spPr>
          <a:xfrm>
            <a:off x="311695" y="3010500"/>
            <a:ext cx="88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chemeClr val="lt1"/>
                </a:solidFill>
              </a:rPr>
              <a:t>Add Subtitle Here</a:t>
            </a:r>
            <a:endParaRPr sz="2020">
              <a:solidFill>
                <a:schemeClr val="lt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87900" y="4448050"/>
            <a:ext cx="2388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DATE</a:t>
            </a:r>
            <a:endParaRPr sz="17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Icon Samples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4" name="Google Shape;64;p15"/>
          <p:cNvGrpSpPr/>
          <p:nvPr/>
        </p:nvGrpSpPr>
        <p:grpSpPr>
          <a:xfrm>
            <a:off x="195250" y="1094575"/>
            <a:ext cx="849300" cy="874500"/>
            <a:chOff x="195250" y="1094575"/>
            <a:chExt cx="849300" cy="874500"/>
          </a:xfrm>
        </p:grpSpPr>
        <p:sp>
          <p:nvSpPr>
            <p:cNvPr id="65" name="Google Shape;65;p15"/>
            <p:cNvSpPr/>
            <p:nvPr/>
          </p:nvSpPr>
          <p:spPr>
            <a:xfrm>
              <a:off x="195250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66" name="Google Shape;6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8068" y="1291480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5"/>
          <p:cNvSpPr/>
          <p:nvPr/>
        </p:nvSpPr>
        <p:spPr>
          <a:xfrm>
            <a:off x="8098925" y="3304375"/>
            <a:ext cx="849300" cy="874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1183209" y="1094575"/>
            <a:ext cx="849300" cy="874500"/>
            <a:chOff x="1183209" y="1094575"/>
            <a:chExt cx="849300" cy="874500"/>
          </a:xfrm>
        </p:grpSpPr>
        <p:sp>
          <p:nvSpPr>
            <p:cNvPr id="69" name="Google Shape;69;p15"/>
            <p:cNvSpPr/>
            <p:nvPr/>
          </p:nvSpPr>
          <p:spPr>
            <a:xfrm>
              <a:off x="1183209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0" name="Google Shape;7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21509" y="1245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" name="Google Shape;71;p15"/>
          <p:cNvGrpSpPr/>
          <p:nvPr/>
        </p:nvGrpSpPr>
        <p:grpSpPr>
          <a:xfrm>
            <a:off x="2171169" y="1094575"/>
            <a:ext cx="849300" cy="874500"/>
            <a:chOff x="2171169" y="1094575"/>
            <a:chExt cx="849300" cy="874500"/>
          </a:xfrm>
        </p:grpSpPr>
        <p:sp>
          <p:nvSpPr>
            <p:cNvPr id="72" name="Google Shape;72;p15"/>
            <p:cNvSpPr/>
            <p:nvPr/>
          </p:nvSpPr>
          <p:spPr>
            <a:xfrm>
              <a:off x="2171169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3" name="Google Shape;7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62981" y="1198988"/>
              <a:ext cx="665675" cy="665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5"/>
          <p:cNvGrpSpPr/>
          <p:nvPr/>
        </p:nvGrpSpPr>
        <p:grpSpPr>
          <a:xfrm>
            <a:off x="3159128" y="1094575"/>
            <a:ext cx="849300" cy="874500"/>
            <a:chOff x="3159128" y="1094575"/>
            <a:chExt cx="849300" cy="874500"/>
          </a:xfrm>
        </p:grpSpPr>
        <p:sp>
          <p:nvSpPr>
            <p:cNvPr id="75" name="Google Shape;75;p15"/>
            <p:cNvSpPr/>
            <p:nvPr/>
          </p:nvSpPr>
          <p:spPr>
            <a:xfrm>
              <a:off x="3159128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6" name="Google Shape;76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250403" y="1198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" name="Google Shape;77;p15"/>
          <p:cNvGrpSpPr/>
          <p:nvPr/>
        </p:nvGrpSpPr>
        <p:grpSpPr>
          <a:xfrm>
            <a:off x="4147088" y="1094575"/>
            <a:ext cx="849300" cy="874500"/>
            <a:chOff x="4147088" y="1094575"/>
            <a:chExt cx="849300" cy="874500"/>
          </a:xfrm>
        </p:grpSpPr>
        <p:sp>
          <p:nvSpPr>
            <p:cNvPr id="78" name="Google Shape;78;p15"/>
            <p:cNvSpPr/>
            <p:nvPr/>
          </p:nvSpPr>
          <p:spPr>
            <a:xfrm>
              <a:off x="4147088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9" name="Google Shape;79;p1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238363" y="1198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15"/>
          <p:cNvGrpSpPr/>
          <p:nvPr/>
        </p:nvGrpSpPr>
        <p:grpSpPr>
          <a:xfrm>
            <a:off x="5135047" y="1094575"/>
            <a:ext cx="849300" cy="874500"/>
            <a:chOff x="5135047" y="1094575"/>
            <a:chExt cx="849300" cy="874500"/>
          </a:xfrm>
        </p:grpSpPr>
        <p:sp>
          <p:nvSpPr>
            <p:cNvPr id="81" name="Google Shape;81;p15"/>
            <p:cNvSpPr/>
            <p:nvPr/>
          </p:nvSpPr>
          <p:spPr>
            <a:xfrm>
              <a:off x="5135047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82" name="Google Shape;82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257613" y="1229738"/>
              <a:ext cx="604175" cy="60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15"/>
          <p:cNvSpPr txBox="1"/>
          <p:nvPr/>
        </p:nvSpPr>
        <p:spPr>
          <a:xfrm>
            <a:off x="311700" y="4478650"/>
            <a:ext cx="711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More free icons can be found at: </a:t>
            </a:r>
            <a:r>
              <a:rPr lang="en" sz="16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9"/>
              </a:rPr>
              <a:t>https://icons8.com/icons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Please follow icon licensing requirements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6123006" y="1094575"/>
            <a:ext cx="849300" cy="874500"/>
            <a:chOff x="6123006" y="1094575"/>
            <a:chExt cx="849300" cy="874500"/>
          </a:xfrm>
        </p:grpSpPr>
        <p:sp>
          <p:nvSpPr>
            <p:cNvPr id="85" name="Google Shape;85;p15"/>
            <p:cNvSpPr/>
            <p:nvPr/>
          </p:nvSpPr>
          <p:spPr>
            <a:xfrm>
              <a:off x="6123006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86" name="Google Shape;86;p15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214281" y="1198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5"/>
          <p:cNvGrpSpPr/>
          <p:nvPr/>
        </p:nvGrpSpPr>
        <p:grpSpPr>
          <a:xfrm>
            <a:off x="7110966" y="1094575"/>
            <a:ext cx="849300" cy="874500"/>
            <a:chOff x="7110966" y="1094575"/>
            <a:chExt cx="849300" cy="874500"/>
          </a:xfrm>
        </p:grpSpPr>
        <p:sp>
          <p:nvSpPr>
            <p:cNvPr id="88" name="Google Shape;88;p15"/>
            <p:cNvSpPr/>
            <p:nvPr/>
          </p:nvSpPr>
          <p:spPr>
            <a:xfrm>
              <a:off x="7110966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89" name="Google Shape;89;p15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202241" y="1198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15"/>
          <p:cNvGrpSpPr/>
          <p:nvPr/>
        </p:nvGrpSpPr>
        <p:grpSpPr>
          <a:xfrm>
            <a:off x="8098925" y="1094575"/>
            <a:ext cx="849300" cy="874500"/>
            <a:chOff x="8098925" y="1094575"/>
            <a:chExt cx="849300" cy="874500"/>
          </a:xfrm>
        </p:grpSpPr>
        <p:sp>
          <p:nvSpPr>
            <p:cNvPr id="91" name="Google Shape;91;p15"/>
            <p:cNvSpPr/>
            <p:nvPr/>
          </p:nvSpPr>
          <p:spPr>
            <a:xfrm>
              <a:off x="8098925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92" name="Google Shape;92;p15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8237225" y="1245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15"/>
          <p:cNvGrpSpPr/>
          <p:nvPr/>
        </p:nvGrpSpPr>
        <p:grpSpPr>
          <a:xfrm>
            <a:off x="195250" y="2237575"/>
            <a:ext cx="849300" cy="874500"/>
            <a:chOff x="195250" y="2237575"/>
            <a:chExt cx="849300" cy="874500"/>
          </a:xfrm>
        </p:grpSpPr>
        <p:sp>
          <p:nvSpPr>
            <p:cNvPr id="94" name="Google Shape;94;p15"/>
            <p:cNvSpPr/>
            <p:nvPr/>
          </p:nvSpPr>
          <p:spPr>
            <a:xfrm>
              <a:off x="195250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95" name="Google Shape;95;p15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33550" y="2388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15"/>
          <p:cNvGrpSpPr/>
          <p:nvPr/>
        </p:nvGrpSpPr>
        <p:grpSpPr>
          <a:xfrm>
            <a:off x="1183209" y="2237575"/>
            <a:ext cx="849300" cy="874500"/>
            <a:chOff x="1183209" y="2237575"/>
            <a:chExt cx="849300" cy="874500"/>
          </a:xfrm>
        </p:grpSpPr>
        <p:sp>
          <p:nvSpPr>
            <p:cNvPr id="97" name="Google Shape;97;p15"/>
            <p:cNvSpPr/>
            <p:nvPr/>
          </p:nvSpPr>
          <p:spPr>
            <a:xfrm>
              <a:off x="1183209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98" name="Google Shape;98;p15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1274484" y="2341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5"/>
          <p:cNvGrpSpPr/>
          <p:nvPr/>
        </p:nvGrpSpPr>
        <p:grpSpPr>
          <a:xfrm>
            <a:off x="2171169" y="2237575"/>
            <a:ext cx="849300" cy="874500"/>
            <a:chOff x="2171169" y="2237575"/>
            <a:chExt cx="849300" cy="874500"/>
          </a:xfrm>
        </p:grpSpPr>
        <p:sp>
          <p:nvSpPr>
            <p:cNvPr id="100" name="Google Shape;100;p15"/>
            <p:cNvSpPr/>
            <p:nvPr/>
          </p:nvSpPr>
          <p:spPr>
            <a:xfrm>
              <a:off x="2171169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01" name="Google Shape;101;p15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2309469" y="2388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" name="Google Shape;102;p15"/>
          <p:cNvGrpSpPr/>
          <p:nvPr/>
        </p:nvGrpSpPr>
        <p:grpSpPr>
          <a:xfrm>
            <a:off x="3159128" y="2237575"/>
            <a:ext cx="849300" cy="874500"/>
            <a:chOff x="3159128" y="2237575"/>
            <a:chExt cx="849300" cy="874500"/>
          </a:xfrm>
        </p:grpSpPr>
        <p:sp>
          <p:nvSpPr>
            <p:cNvPr id="103" name="Google Shape;103;p15"/>
            <p:cNvSpPr/>
            <p:nvPr/>
          </p:nvSpPr>
          <p:spPr>
            <a:xfrm>
              <a:off x="3159128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04" name="Google Shape;104;p15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3297428" y="2388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5"/>
          <p:cNvGrpSpPr/>
          <p:nvPr/>
        </p:nvGrpSpPr>
        <p:grpSpPr>
          <a:xfrm>
            <a:off x="7110966" y="2237575"/>
            <a:ext cx="849300" cy="874500"/>
            <a:chOff x="7110966" y="2237575"/>
            <a:chExt cx="849300" cy="874500"/>
          </a:xfrm>
        </p:grpSpPr>
        <p:sp>
          <p:nvSpPr>
            <p:cNvPr id="106" name="Google Shape;106;p15"/>
            <p:cNvSpPr/>
            <p:nvPr/>
          </p:nvSpPr>
          <p:spPr>
            <a:xfrm>
              <a:off x="7110966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07" name="Google Shape;107;p15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7202241" y="2341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15"/>
          <p:cNvGrpSpPr/>
          <p:nvPr/>
        </p:nvGrpSpPr>
        <p:grpSpPr>
          <a:xfrm>
            <a:off x="5135047" y="2237575"/>
            <a:ext cx="849300" cy="874500"/>
            <a:chOff x="5135047" y="2237575"/>
            <a:chExt cx="849300" cy="874500"/>
          </a:xfrm>
        </p:grpSpPr>
        <p:sp>
          <p:nvSpPr>
            <p:cNvPr id="109" name="Google Shape;109;p15"/>
            <p:cNvSpPr/>
            <p:nvPr/>
          </p:nvSpPr>
          <p:spPr>
            <a:xfrm>
              <a:off x="5135047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10" name="Google Shape;110;p15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5226322" y="2341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" name="Google Shape;111;p15"/>
          <p:cNvGrpSpPr/>
          <p:nvPr/>
        </p:nvGrpSpPr>
        <p:grpSpPr>
          <a:xfrm>
            <a:off x="6123006" y="2237575"/>
            <a:ext cx="849300" cy="874500"/>
            <a:chOff x="6123006" y="2237575"/>
            <a:chExt cx="849300" cy="874500"/>
          </a:xfrm>
        </p:grpSpPr>
        <p:sp>
          <p:nvSpPr>
            <p:cNvPr id="112" name="Google Shape;112;p15"/>
            <p:cNvSpPr/>
            <p:nvPr/>
          </p:nvSpPr>
          <p:spPr>
            <a:xfrm>
              <a:off x="6123006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13" name="Google Shape;113;p15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6214281" y="23414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5"/>
          <p:cNvGrpSpPr/>
          <p:nvPr/>
        </p:nvGrpSpPr>
        <p:grpSpPr>
          <a:xfrm>
            <a:off x="8098925" y="2237575"/>
            <a:ext cx="849300" cy="874500"/>
            <a:chOff x="8098925" y="2237575"/>
            <a:chExt cx="849300" cy="874500"/>
          </a:xfrm>
        </p:grpSpPr>
        <p:sp>
          <p:nvSpPr>
            <p:cNvPr id="115" name="Google Shape;115;p15"/>
            <p:cNvSpPr/>
            <p:nvPr/>
          </p:nvSpPr>
          <p:spPr>
            <a:xfrm>
              <a:off x="8098925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16" name="Google Shape;116;p15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8237225" y="2388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" name="Google Shape;117;p15"/>
          <p:cNvGrpSpPr/>
          <p:nvPr/>
        </p:nvGrpSpPr>
        <p:grpSpPr>
          <a:xfrm>
            <a:off x="4147088" y="2237575"/>
            <a:ext cx="849300" cy="874500"/>
            <a:chOff x="4147088" y="2237575"/>
            <a:chExt cx="849300" cy="874500"/>
          </a:xfrm>
        </p:grpSpPr>
        <p:sp>
          <p:nvSpPr>
            <p:cNvPr id="118" name="Google Shape;118;p15"/>
            <p:cNvSpPr/>
            <p:nvPr/>
          </p:nvSpPr>
          <p:spPr>
            <a:xfrm>
              <a:off x="4147088" y="2237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19" name="Google Shape;119;p15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4285388" y="2388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15"/>
          <p:cNvGrpSpPr/>
          <p:nvPr/>
        </p:nvGrpSpPr>
        <p:grpSpPr>
          <a:xfrm>
            <a:off x="195250" y="3304375"/>
            <a:ext cx="849300" cy="874500"/>
            <a:chOff x="195250" y="3304375"/>
            <a:chExt cx="849300" cy="874500"/>
          </a:xfrm>
        </p:grpSpPr>
        <p:sp>
          <p:nvSpPr>
            <p:cNvPr id="121" name="Google Shape;121;p15"/>
            <p:cNvSpPr/>
            <p:nvPr/>
          </p:nvSpPr>
          <p:spPr>
            <a:xfrm>
              <a:off x="195250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22" name="Google Shape;122;p15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286525" y="3408250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15"/>
          <p:cNvGrpSpPr/>
          <p:nvPr/>
        </p:nvGrpSpPr>
        <p:grpSpPr>
          <a:xfrm>
            <a:off x="1183209" y="3304375"/>
            <a:ext cx="849300" cy="874500"/>
            <a:chOff x="1183209" y="3304375"/>
            <a:chExt cx="849300" cy="874500"/>
          </a:xfrm>
        </p:grpSpPr>
        <p:sp>
          <p:nvSpPr>
            <p:cNvPr id="124" name="Google Shape;124;p15"/>
            <p:cNvSpPr/>
            <p:nvPr/>
          </p:nvSpPr>
          <p:spPr>
            <a:xfrm>
              <a:off x="1183209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25" name="Google Shape;125;p15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1321509" y="34552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5"/>
          <p:cNvGrpSpPr/>
          <p:nvPr/>
        </p:nvGrpSpPr>
        <p:grpSpPr>
          <a:xfrm>
            <a:off x="2171169" y="3304375"/>
            <a:ext cx="849300" cy="874500"/>
            <a:chOff x="2171169" y="3304375"/>
            <a:chExt cx="849300" cy="874500"/>
          </a:xfrm>
        </p:grpSpPr>
        <p:sp>
          <p:nvSpPr>
            <p:cNvPr id="127" name="Google Shape;127;p15"/>
            <p:cNvSpPr/>
            <p:nvPr/>
          </p:nvSpPr>
          <p:spPr>
            <a:xfrm>
              <a:off x="2171169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28" name="Google Shape;128;p15"/>
            <p:cNvPicPr preferRelativeResize="0"/>
            <p:nvPr/>
          </p:nvPicPr>
          <p:blipFill>
            <a:blip r:embed="rId24">
              <a:alphaModFix/>
            </a:blip>
            <a:stretch>
              <a:fillRect/>
            </a:stretch>
          </p:blipFill>
          <p:spPr>
            <a:xfrm>
              <a:off x="2309469" y="34552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15"/>
          <p:cNvGrpSpPr/>
          <p:nvPr/>
        </p:nvGrpSpPr>
        <p:grpSpPr>
          <a:xfrm>
            <a:off x="3159128" y="3304375"/>
            <a:ext cx="849300" cy="874500"/>
            <a:chOff x="3159128" y="3304375"/>
            <a:chExt cx="849300" cy="874500"/>
          </a:xfrm>
        </p:grpSpPr>
        <p:sp>
          <p:nvSpPr>
            <p:cNvPr id="130" name="Google Shape;130;p15"/>
            <p:cNvSpPr/>
            <p:nvPr/>
          </p:nvSpPr>
          <p:spPr>
            <a:xfrm>
              <a:off x="3159128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31" name="Google Shape;131;p15"/>
            <p:cNvPicPr preferRelativeResize="0"/>
            <p:nvPr/>
          </p:nvPicPr>
          <p:blipFill>
            <a:blip r:embed="rId25">
              <a:alphaModFix/>
            </a:blip>
            <a:stretch>
              <a:fillRect/>
            </a:stretch>
          </p:blipFill>
          <p:spPr>
            <a:xfrm>
              <a:off x="3298028" y="34558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15"/>
          <p:cNvGrpSpPr/>
          <p:nvPr/>
        </p:nvGrpSpPr>
        <p:grpSpPr>
          <a:xfrm>
            <a:off x="4147088" y="3304375"/>
            <a:ext cx="849300" cy="874500"/>
            <a:chOff x="4147088" y="3304375"/>
            <a:chExt cx="849300" cy="874500"/>
          </a:xfrm>
        </p:grpSpPr>
        <p:sp>
          <p:nvSpPr>
            <p:cNvPr id="133" name="Google Shape;133;p15"/>
            <p:cNvSpPr/>
            <p:nvPr/>
          </p:nvSpPr>
          <p:spPr>
            <a:xfrm>
              <a:off x="4147088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34" name="Google Shape;134;p15"/>
            <p:cNvPicPr preferRelativeResize="0"/>
            <p:nvPr/>
          </p:nvPicPr>
          <p:blipFill>
            <a:blip r:embed="rId26">
              <a:alphaModFix/>
            </a:blip>
            <a:stretch>
              <a:fillRect/>
            </a:stretch>
          </p:blipFill>
          <p:spPr>
            <a:xfrm>
              <a:off x="4285988" y="34558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15"/>
          <p:cNvGrpSpPr/>
          <p:nvPr/>
        </p:nvGrpSpPr>
        <p:grpSpPr>
          <a:xfrm>
            <a:off x="5135047" y="3304375"/>
            <a:ext cx="849300" cy="874500"/>
            <a:chOff x="5135047" y="3304375"/>
            <a:chExt cx="849300" cy="874500"/>
          </a:xfrm>
        </p:grpSpPr>
        <p:sp>
          <p:nvSpPr>
            <p:cNvPr id="136" name="Google Shape;136;p15"/>
            <p:cNvSpPr/>
            <p:nvPr/>
          </p:nvSpPr>
          <p:spPr>
            <a:xfrm>
              <a:off x="5135047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37" name="Google Shape;137;p15"/>
            <p:cNvPicPr preferRelativeResize="0"/>
            <p:nvPr/>
          </p:nvPicPr>
          <p:blipFill>
            <a:blip r:embed="rId27">
              <a:alphaModFix/>
            </a:blip>
            <a:stretch>
              <a:fillRect/>
            </a:stretch>
          </p:blipFill>
          <p:spPr>
            <a:xfrm>
              <a:off x="5273947" y="34558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15"/>
          <p:cNvGrpSpPr/>
          <p:nvPr/>
        </p:nvGrpSpPr>
        <p:grpSpPr>
          <a:xfrm>
            <a:off x="6123006" y="3304375"/>
            <a:ext cx="849300" cy="874500"/>
            <a:chOff x="6123006" y="3304375"/>
            <a:chExt cx="849300" cy="874500"/>
          </a:xfrm>
        </p:grpSpPr>
        <p:sp>
          <p:nvSpPr>
            <p:cNvPr id="139" name="Google Shape;139;p15"/>
            <p:cNvSpPr/>
            <p:nvPr/>
          </p:nvSpPr>
          <p:spPr>
            <a:xfrm>
              <a:off x="6123006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40" name="Google Shape;140;p15"/>
            <p:cNvPicPr preferRelativeResize="0"/>
            <p:nvPr/>
          </p:nvPicPr>
          <p:blipFill>
            <a:blip r:embed="rId28">
              <a:alphaModFix/>
            </a:blip>
            <a:stretch>
              <a:fillRect/>
            </a:stretch>
          </p:blipFill>
          <p:spPr>
            <a:xfrm>
              <a:off x="6261906" y="34558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7110966" y="3304375"/>
            <a:ext cx="849300" cy="874500"/>
            <a:chOff x="7110966" y="3304375"/>
            <a:chExt cx="849300" cy="874500"/>
          </a:xfrm>
        </p:grpSpPr>
        <p:sp>
          <p:nvSpPr>
            <p:cNvPr id="142" name="Google Shape;142;p15"/>
            <p:cNvSpPr/>
            <p:nvPr/>
          </p:nvSpPr>
          <p:spPr>
            <a:xfrm>
              <a:off x="7110966" y="33043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43" name="Google Shape;143;p15"/>
            <p:cNvPicPr preferRelativeResize="0"/>
            <p:nvPr/>
          </p:nvPicPr>
          <p:blipFill>
            <a:blip r:embed="rId29">
              <a:alphaModFix/>
            </a:blip>
            <a:stretch>
              <a:fillRect/>
            </a:stretch>
          </p:blipFill>
          <p:spPr>
            <a:xfrm>
              <a:off x="7249866" y="34558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/>
              <a:t> </a:t>
            </a:r>
            <a:endParaRPr b="1"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vel Labs">
  <a:themeElements>
    <a:clrScheme name="Simple Light">
      <a:dk1>
        <a:srgbClr val="0086D6"/>
      </a:dk1>
      <a:lt1>
        <a:srgbClr val="FFFFFF"/>
      </a:lt1>
      <a:dk2>
        <a:srgbClr val="000000"/>
      </a:dk2>
      <a:lt2>
        <a:srgbClr val="EEEEEE"/>
      </a:lt2>
      <a:accent1>
        <a:srgbClr val="62B5E5"/>
      </a:accent1>
      <a:accent2>
        <a:srgbClr val="00A3E0"/>
      </a:accent2>
      <a:accent3>
        <a:srgbClr val="0C2340"/>
      </a:accent3>
      <a:accent4>
        <a:srgbClr val="C8C9C7"/>
      </a:accent4>
      <a:accent5>
        <a:srgbClr val="888B8D"/>
      </a:accent5>
      <a:accent6>
        <a:srgbClr val="333F48"/>
      </a:accent6>
      <a:hlink>
        <a:srgbClr val="FE5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